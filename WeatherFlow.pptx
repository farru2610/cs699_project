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5" r:id="rId1"/>
  </p:sldMasterIdLst>
  <p:sldIdLst>
    <p:sldId id="256" r:id="rId2"/>
    <p:sldId id="260" r:id="rId3"/>
    <p:sldId id="258" r:id="rId4"/>
    <p:sldId id="261" r:id="rId5"/>
    <p:sldId id="257" r:id="rId6"/>
    <p:sldId id="264" r:id="rId7"/>
    <p:sldId id="270" r:id="rId8"/>
    <p:sldId id="267" r:id="rId9"/>
    <p:sldId id="268" r:id="rId10"/>
    <p:sldId id="259" r:id="rId11"/>
    <p:sldId id="262" r:id="rId12"/>
    <p:sldId id="263" r:id="rId13"/>
    <p:sldId id="265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92" autoAdjust="0"/>
    <p:restoredTop sz="94660"/>
  </p:normalViewPr>
  <p:slideViewPr>
    <p:cSldViewPr snapToGrid="0">
      <p:cViewPr varScale="1">
        <p:scale>
          <a:sx n="72" d="100"/>
          <a:sy n="72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123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447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659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609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911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999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73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057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445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464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39089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238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4010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7000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926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413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9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83697" y="717606"/>
            <a:ext cx="8915399" cy="2262781"/>
          </a:xfrm>
        </p:spPr>
        <p:txBody>
          <a:bodyPr/>
          <a:lstStyle/>
          <a:p>
            <a:r>
              <a:rPr lang="en-IN" dirty="0" smtClean="0"/>
              <a:t>WeatherFlow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4" y="4158533"/>
            <a:ext cx="8892470" cy="1745130"/>
          </a:xfrm>
        </p:spPr>
        <p:txBody>
          <a:bodyPr>
            <a:normAutofit/>
          </a:bodyPr>
          <a:lstStyle/>
          <a:p>
            <a:r>
              <a:rPr lang="en-IN" dirty="0"/>
              <a:t>Sougata </a:t>
            </a:r>
            <a:r>
              <a:rPr lang="en-IN" dirty="0" smtClean="0"/>
              <a:t>Sarkar [</a:t>
            </a:r>
            <a:r>
              <a:rPr lang="en-IN" dirty="0"/>
              <a:t>24M0790]</a:t>
            </a:r>
          </a:p>
          <a:p>
            <a:r>
              <a:rPr lang="en-IN" dirty="0" smtClean="0"/>
              <a:t>Farhan Jawaid [24M0801]</a:t>
            </a:r>
            <a:endParaRPr lang="en-IN" dirty="0"/>
          </a:p>
          <a:p>
            <a:r>
              <a:rPr lang="en-IN" dirty="0" smtClean="0"/>
              <a:t>Saba </a:t>
            </a:r>
            <a:r>
              <a:rPr lang="en-IN" dirty="0"/>
              <a:t>Mhabar [24M0811]</a:t>
            </a:r>
          </a:p>
          <a:p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ECF0F1"/>
                </a:solidFill>
                <a:effectLst/>
                <a:latin typeface="Arial Unicode MS" panose="020B0604020202020204" pitchFamily="34" charset="-128"/>
              </a:rPr>
              <a:t>Sougata Sarkar</a:t>
            </a: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ECF0F1"/>
                </a:solidFill>
                <a:effectLst/>
                <a:latin typeface="Arial Unicode MS" panose="020B0604020202020204" pitchFamily="34" charset="-128"/>
              </a:rPr>
              <a:t>Sougata Sarkar</a:t>
            </a: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272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Problem statement: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2612" y="1757239"/>
            <a:ext cx="8992000" cy="4153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In today's fast-paced world, individuals rely heavily on accurate and timely weather information to plan their daily activities. 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/>
              <a:t>Specifically, users often need to repeatedly search for weather information for the same cities, </a:t>
            </a:r>
            <a:r>
              <a:rPr lang="en-US" sz="2000" dirty="0" smtClean="0"/>
              <a:t>or nearby. There are number websites that provides weather information but our app provides weather information of your searched city without any complex details .</a:t>
            </a:r>
          </a:p>
          <a:p>
            <a:pPr marL="0" indent="0">
              <a:buNone/>
            </a:pPr>
            <a:r>
              <a:rPr lang="en-US" sz="2000" dirty="0" smtClean="0"/>
              <a:t>There </a:t>
            </a:r>
            <a:r>
              <a:rPr lang="en-US" sz="2000" dirty="0"/>
              <a:t>is a need for a user-friendly website that not only provides real-time and accurate weather details but also allows users to save and easily revisit their searched cities for a more efficient and tailored </a:t>
            </a:r>
            <a:r>
              <a:rPr lang="en-US" sz="2000" dirty="0" smtClean="0"/>
              <a:t>experience.</a:t>
            </a:r>
            <a:endParaRPr lang="en-IN" sz="2000" dirty="0" smtClean="0"/>
          </a:p>
        </p:txBody>
      </p:sp>
    </p:spTree>
    <p:extLst>
      <p:ext uri="{BB962C8B-B14F-4D97-AF65-F5344CB8AC3E}">
        <p14:creationId xmlns:p14="http://schemas.microsoft.com/office/powerpoint/2010/main" val="2252338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3099" y="624110"/>
            <a:ext cx="8911687" cy="1280890"/>
          </a:xfrm>
        </p:spPr>
        <p:txBody>
          <a:bodyPr/>
          <a:lstStyle/>
          <a:p>
            <a:r>
              <a:rPr lang="en-IN" dirty="0" smtClean="0"/>
              <a:t>Technology: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3099" y="1905000"/>
            <a:ext cx="9071513" cy="38279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/>
              <a:t>Front End</a:t>
            </a:r>
          </a:p>
          <a:p>
            <a:pPr marL="0" indent="0">
              <a:buNone/>
            </a:pPr>
            <a:endParaRPr lang="en-IN" b="1" dirty="0" smtClean="0"/>
          </a:p>
          <a:p>
            <a:r>
              <a:rPr lang="en-IN" sz="2000" b="1" dirty="0" smtClean="0"/>
              <a:t>HTML </a:t>
            </a:r>
            <a:r>
              <a:rPr lang="en-US" sz="2000" dirty="0"/>
              <a:t>Structures the content of the web pages, enabling the creation of a user-friendly interface</a:t>
            </a:r>
            <a:r>
              <a:rPr lang="en-US" sz="2000" dirty="0" smtClean="0"/>
              <a:t>.</a:t>
            </a:r>
          </a:p>
          <a:p>
            <a:r>
              <a:rPr lang="en-US" sz="2000" b="1" dirty="0" smtClean="0"/>
              <a:t>CSS </a:t>
            </a:r>
            <a:r>
              <a:rPr lang="en-US" sz="2000" dirty="0" smtClean="0"/>
              <a:t>Styles </a:t>
            </a:r>
            <a:r>
              <a:rPr lang="en-US" sz="2000" dirty="0"/>
              <a:t>the </a:t>
            </a:r>
            <a:r>
              <a:rPr lang="en-US" sz="2000" dirty="0" smtClean="0"/>
              <a:t>webpage, </a:t>
            </a:r>
            <a:r>
              <a:rPr lang="en-US" sz="2000" dirty="0"/>
              <a:t>ensuring a visually appealing and responsive design</a:t>
            </a:r>
            <a:r>
              <a:rPr lang="en-US" sz="2000" dirty="0" smtClean="0"/>
              <a:t>.</a:t>
            </a:r>
          </a:p>
          <a:p>
            <a:r>
              <a:rPr lang="en-US" sz="2000" b="1" dirty="0" smtClean="0"/>
              <a:t>JavaScript</a:t>
            </a:r>
            <a:r>
              <a:rPr lang="en-US" sz="2000" dirty="0" smtClean="0"/>
              <a:t> </a:t>
            </a:r>
            <a:r>
              <a:rPr lang="en-US" sz="2000" dirty="0"/>
              <a:t>Provides interactivity and dynamic functionalities, such as real-time updates and responsive UI elements.</a:t>
            </a:r>
            <a:endParaRPr lang="en-US" sz="2000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4394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2671638" y="1009816"/>
            <a:ext cx="8436334" cy="2512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 smtClean="0"/>
              <a:t>Back End</a:t>
            </a:r>
          </a:p>
          <a:p>
            <a:pPr marL="0" indent="0">
              <a:buNone/>
            </a:pPr>
            <a:endParaRPr lang="en-IN" sz="2000" b="1" dirty="0" smtClean="0"/>
          </a:p>
          <a:p>
            <a:r>
              <a:rPr lang="en-IN" sz="2000" b="1" dirty="0" smtClean="0"/>
              <a:t>Python</a:t>
            </a:r>
            <a:r>
              <a:rPr lang="en-IN" sz="2000" dirty="0" smtClean="0"/>
              <a:t> as a Programming Language</a:t>
            </a:r>
          </a:p>
          <a:p>
            <a:r>
              <a:rPr lang="en-IN" sz="2000" b="1" dirty="0" smtClean="0"/>
              <a:t>Flask</a:t>
            </a:r>
            <a:r>
              <a:rPr lang="en-IN" sz="2000" dirty="0" smtClean="0"/>
              <a:t> </a:t>
            </a:r>
            <a:r>
              <a:rPr lang="en-US" sz="2000" dirty="0" smtClean="0"/>
              <a:t>a </a:t>
            </a:r>
            <a:r>
              <a:rPr lang="en-US" sz="2000" dirty="0"/>
              <a:t>lightweight and flexible Python web framework, serves as the backbone of the application.</a:t>
            </a:r>
            <a:r>
              <a:rPr lang="en-IN" sz="2000" b="1" dirty="0" smtClean="0"/>
              <a:t> </a:t>
            </a:r>
          </a:p>
          <a:p>
            <a:r>
              <a:rPr lang="en-IN" sz="2000" b="1" dirty="0" smtClean="0"/>
              <a:t>JavaScript </a:t>
            </a:r>
            <a:r>
              <a:rPr lang="en-IN" sz="2000" dirty="0" smtClean="0"/>
              <a:t>to built and manage backend functionalities.</a:t>
            </a:r>
            <a:endParaRPr lang="en-IN" sz="2000" b="1" dirty="0" smtClean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671638" y="4214194"/>
            <a:ext cx="8507896" cy="1916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 smtClean="0"/>
              <a:t>Database</a:t>
            </a:r>
            <a:endParaRPr lang="en-IN" sz="2000" b="1" dirty="0"/>
          </a:p>
          <a:p>
            <a:pPr marL="0" indent="0">
              <a:buNone/>
            </a:pPr>
            <a:endParaRPr lang="en-IN" sz="2000" b="1" dirty="0" smtClean="0"/>
          </a:p>
          <a:p>
            <a:r>
              <a:rPr lang="en-IN" sz="2000" b="1" dirty="0" smtClean="0"/>
              <a:t>SQLite</a:t>
            </a:r>
            <a:r>
              <a:rPr lang="en-IN" sz="2000" dirty="0" smtClean="0"/>
              <a:t> database to have a backup of data searched and accessed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2981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Architecture Diagram:</a:t>
            </a:r>
            <a:endParaRPr lang="en-IN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925" y="1397000"/>
            <a:ext cx="8456075" cy="5250504"/>
          </a:xfrm>
        </p:spPr>
      </p:pic>
    </p:spTree>
    <p:extLst>
      <p:ext uri="{BB962C8B-B14F-4D97-AF65-F5344CB8AC3E}">
        <p14:creationId xmlns:p14="http://schemas.microsoft.com/office/powerpoint/2010/main" val="3211884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Architecture Details: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Website in built using </a:t>
            </a:r>
            <a:r>
              <a:rPr lang="en-US" sz="2000" dirty="0" smtClean="0">
                <a:solidFill>
                  <a:srgbClr val="FF0000"/>
                </a:solidFill>
              </a:rPr>
              <a:t>Flask</a:t>
            </a:r>
            <a:r>
              <a:rPr lang="en-US" sz="2000" dirty="0" smtClean="0"/>
              <a:t> framework of python.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Leaflet.js</a:t>
            </a:r>
            <a:r>
              <a:rPr lang="en-US" sz="2000" dirty="0" smtClean="0"/>
              <a:t> is </a:t>
            </a:r>
            <a:r>
              <a:rPr lang="en-US" sz="2000" dirty="0"/>
              <a:t>used to build interactive map in the website which is a popular open-source JavaScript library</a:t>
            </a:r>
            <a:r>
              <a:rPr lang="en-US" sz="2000" dirty="0" smtClean="0"/>
              <a:t>.</a:t>
            </a:r>
            <a:endParaRPr lang="en-US" sz="2000" dirty="0"/>
          </a:p>
          <a:p>
            <a:r>
              <a:rPr lang="en-IN" sz="2000" dirty="0" smtClean="0"/>
              <a:t>The data about specific location it’s temperature and other related information will be fetched from </a:t>
            </a:r>
            <a:r>
              <a:rPr lang="en-IN" sz="2000" dirty="0" err="1" smtClean="0">
                <a:solidFill>
                  <a:srgbClr val="FF0000"/>
                </a:solidFill>
              </a:rPr>
              <a:t>OpenWeatherMap</a:t>
            </a:r>
            <a:r>
              <a:rPr lang="en-IN" sz="2000" dirty="0" smtClean="0"/>
              <a:t> API.</a:t>
            </a:r>
          </a:p>
          <a:p>
            <a:r>
              <a:rPr lang="en-IN" sz="2000" dirty="0" smtClean="0"/>
              <a:t>The plots are generated using </a:t>
            </a:r>
            <a:r>
              <a:rPr lang="en-IN" sz="2000" dirty="0" smtClean="0">
                <a:solidFill>
                  <a:srgbClr val="FF0000"/>
                </a:solidFill>
              </a:rPr>
              <a:t>Chart.js</a:t>
            </a:r>
            <a:r>
              <a:rPr lang="en-IN" sz="2000" dirty="0" smtClean="0"/>
              <a:t> open source library by using data fetched from API and passing to it to generate line and bar graph.</a:t>
            </a:r>
          </a:p>
          <a:p>
            <a:r>
              <a:rPr lang="en-US" sz="2000" dirty="0" smtClean="0"/>
              <a:t>The fetched data is stored into the database </a:t>
            </a:r>
            <a:r>
              <a:rPr lang="en-IN" sz="2000" dirty="0" smtClean="0"/>
              <a:t>using </a:t>
            </a:r>
            <a:r>
              <a:rPr lang="en-IN" sz="2000" dirty="0" smtClean="0">
                <a:solidFill>
                  <a:srgbClr val="FF0000"/>
                </a:solidFill>
              </a:rPr>
              <a:t>SQLite</a:t>
            </a:r>
            <a:r>
              <a:rPr lang="en-IN" sz="2000" dirty="0" smtClean="0"/>
              <a:t>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HTML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CSS</a:t>
            </a:r>
            <a:r>
              <a:rPr lang="en-US" dirty="0" smtClean="0"/>
              <a:t> are used for markup and designing.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338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Home:</a:t>
            </a:r>
            <a:endParaRPr lang="en-IN" dirty="0"/>
          </a:p>
        </p:txBody>
      </p:sp>
      <p:pic>
        <p:nvPicPr>
          <p:cNvPr id="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47" y="1264555"/>
            <a:ext cx="11054253" cy="5003073"/>
          </a:xfrm>
        </p:spPr>
      </p:pic>
    </p:spTree>
    <p:extLst>
      <p:ext uri="{BB962C8B-B14F-4D97-AF65-F5344CB8AC3E}">
        <p14:creationId xmlns:p14="http://schemas.microsoft.com/office/powerpoint/2010/main" val="1246328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521" y="3509748"/>
            <a:ext cx="5943600" cy="32660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83" y="3509748"/>
            <a:ext cx="5900738" cy="3266058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66799" y="245288"/>
            <a:ext cx="8911687" cy="1280890"/>
          </a:xfrm>
        </p:spPr>
        <p:txBody>
          <a:bodyPr/>
          <a:lstStyle/>
          <a:p>
            <a:r>
              <a:rPr lang="en-US" dirty="0" smtClean="0"/>
              <a:t>Res</a:t>
            </a:r>
            <a:r>
              <a:rPr lang="en-IN" dirty="0" smtClean="0"/>
              <a:t>ults:</a:t>
            </a:r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196" y="937998"/>
            <a:ext cx="58674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86057" y="439175"/>
            <a:ext cx="8246311" cy="927288"/>
          </a:xfrm>
        </p:spPr>
        <p:txBody>
          <a:bodyPr/>
          <a:lstStyle/>
          <a:p>
            <a:r>
              <a:rPr lang="en-IN" dirty="0" smtClean="0"/>
              <a:t>Database Table: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123" y="1366463"/>
            <a:ext cx="11372720" cy="5255231"/>
          </a:xfrm>
        </p:spPr>
      </p:pic>
    </p:spTree>
    <p:extLst>
      <p:ext uri="{BB962C8B-B14F-4D97-AF65-F5344CB8AC3E}">
        <p14:creationId xmlns:p14="http://schemas.microsoft.com/office/powerpoint/2010/main" val="3508559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Result and Conclusion: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 smtClean="0"/>
              <a:t>This Websites built on flask framework provides simple and accurate basic weather data.</a:t>
            </a:r>
          </a:p>
          <a:p>
            <a:r>
              <a:rPr lang="en-IN" sz="2000" dirty="0" smtClean="0"/>
              <a:t>It has most user friendly experience as it provides on point and required weather related information without much complex interface.</a:t>
            </a:r>
          </a:p>
          <a:p>
            <a:r>
              <a:rPr lang="en-IN" sz="2000" dirty="0" smtClean="0"/>
              <a:t>The data can be personalized and stored accordingly in database provided.</a:t>
            </a:r>
          </a:p>
          <a:p>
            <a:r>
              <a:rPr lang="en-US" sz="2000" dirty="0" smtClean="0"/>
              <a:t>Further the data can we be downloaded from our site to use them for other (eg. ML related) works because they demand higher no. of datasets.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27072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Future Scope: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 smtClean="0"/>
              <a:t>The data stored in SQLite can be personalized according to the user requirement.</a:t>
            </a:r>
          </a:p>
          <a:p>
            <a:r>
              <a:rPr lang="en-IN" sz="2000" dirty="0" smtClean="0"/>
              <a:t>The data can be used further for analysis and getting useful outputs.</a:t>
            </a:r>
          </a:p>
          <a:p>
            <a:r>
              <a:rPr lang="en-IN" sz="2000" dirty="0" smtClean="0"/>
              <a:t>The database can be modified to retrieve data from database and use wherever necessary.</a:t>
            </a:r>
            <a:endParaRPr lang="en-IN" sz="2000" dirty="0"/>
          </a:p>
          <a:p>
            <a:r>
              <a:rPr lang="en-IN" sz="2000" dirty="0" smtClean="0"/>
              <a:t>We can predict future data range for say temperature parameter using previously stored data by using it as input for some Machine learning model. </a:t>
            </a:r>
          </a:p>
        </p:txBody>
      </p:sp>
    </p:spTree>
    <p:extLst>
      <p:ext uri="{BB962C8B-B14F-4D97-AF65-F5344CB8AC3E}">
        <p14:creationId xmlns:p14="http://schemas.microsoft.com/office/powerpoint/2010/main" val="426206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Contribution: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6710" y="1844703"/>
            <a:ext cx="9007902" cy="4762832"/>
          </a:xfrm>
        </p:spPr>
        <p:txBody>
          <a:bodyPr>
            <a:normAutofit/>
          </a:bodyPr>
          <a:lstStyle/>
          <a:p>
            <a:r>
              <a:rPr lang="en-IN" b="1" dirty="0" smtClean="0"/>
              <a:t>Frontend</a:t>
            </a:r>
          </a:p>
          <a:p>
            <a:pPr marL="0" indent="0">
              <a:buNone/>
            </a:pPr>
            <a:r>
              <a:rPr lang="en-IN" b="1" dirty="0"/>
              <a:t>	</a:t>
            </a:r>
            <a:r>
              <a:rPr lang="en-IN" b="1" dirty="0" smtClean="0"/>
              <a:t>HTML and CSS: </a:t>
            </a:r>
            <a:r>
              <a:rPr lang="en-IN" dirty="0" smtClean="0"/>
              <a:t>Saba Mhabar</a:t>
            </a:r>
            <a:endParaRPr lang="en-IN" b="1" dirty="0" smtClean="0"/>
          </a:p>
          <a:p>
            <a:pPr marL="0" indent="0">
              <a:buNone/>
            </a:pPr>
            <a:r>
              <a:rPr lang="en-IN" b="1" dirty="0"/>
              <a:t>	</a:t>
            </a:r>
            <a:r>
              <a:rPr lang="en-IN" b="1" dirty="0" smtClean="0"/>
              <a:t>Designing of Website: </a:t>
            </a:r>
            <a:r>
              <a:rPr lang="en-IN" dirty="0" smtClean="0"/>
              <a:t>Saba Mhabar</a:t>
            </a:r>
            <a:endParaRPr lang="en-IN" b="1" dirty="0"/>
          </a:p>
          <a:p>
            <a:r>
              <a:rPr lang="en-IN" b="1" dirty="0" smtClean="0"/>
              <a:t>Backend</a:t>
            </a:r>
          </a:p>
          <a:p>
            <a:pPr marL="0" indent="0">
              <a:buNone/>
            </a:pPr>
            <a:r>
              <a:rPr lang="en-IN" b="1" dirty="0"/>
              <a:t>	</a:t>
            </a:r>
            <a:r>
              <a:rPr lang="en-IN" b="1" dirty="0" smtClean="0"/>
              <a:t>JavaScript: </a:t>
            </a:r>
            <a:r>
              <a:rPr lang="en-IN" dirty="0" smtClean="0"/>
              <a:t>Sougata Sarkar</a:t>
            </a:r>
          </a:p>
          <a:p>
            <a:pPr marL="0" indent="0">
              <a:buNone/>
            </a:pPr>
            <a:r>
              <a:rPr lang="en-IN" b="1" dirty="0"/>
              <a:t>	</a:t>
            </a:r>
            <a:r>
              <a:rPr lang="en-IN" b="1" dirty="0" smtClean="0"/>
              <a:t>API Data fetching and Integration: </a:t>
            </a:r>
            <a:r>
              <a:rPr lang="en-IN" dirty="0"/>
              <a:t>Sougata Sarkar</a:t>
            </a:r>
            <a:endParaRPr lang="en-IN" dirty="0" smtClean="0"/>
          </a:p>
          <a:p>
            <a:r>
              <a:rPr lang="en-IN" b="1" dirty="0" smtClean="0"/>
              <a:t>Database </a:t>
            </a:r>
          </a:p>
          <a:p>
            <a:pPr marL="0" indent="0">
              <a:buNone/>
            </a:pPr>
            <a:r>
              <a:rPr lang="en-IN" b="1" dirty="0" smtClean="0"/>
              <a:t>	Database </a:t>
            </a:r>
            <a:r>
              <a:rPr lang="en-IN" b="1" dirty="0"/>
              <a:t>Creation</a:t>
            </a:r>
            <a:r>
              <a:rPr lang="en-IN" b="1" dirty="0" smtClean="0"/>
              <a:t>:</a:t>
            </a:r>
            <a:r>
              <a:rPr lang="en-IN" dirty="0" smtClean="0"/>
              <a:t> Farhan </a:t>
            </a:r>
            <a:r>
              <a:rPr lang="en-IN" dirty="0" err="1" smtClean="0"/>
              <a:t>Jawaid</a:t>
            </a:r>
            <a:r>
              <a:rPr lang="en-IN" b="1" dirty="0" smtClean="0"/>
              <a:t> 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	Integration of Database</a:t>
            </a:r>
            <a:r>
              <a:rPr lang="en-IN" b="1" dirty="0" smtClean="0"/>
              <a:t>: </a:t>
            </a:r>
            <a:r>
              <a:rPr lang="en-IN" dirty="0" smtClean="0"/>
              <a:t>Farhan </a:t>
            </a:r>
            <a:r>
              <a:rPr lang="en-IN" dirty="0" err="1" smtClean="0"/>
              <a:t>Jawaid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	Data Storage and Downloading in CSV Format</a:t>
            </a:r>
            <a:r>
              <a:rPr lang="en-IN" b="1" dirty="0" smtClean="0"/>
              <a:t>: </a:t>
            </a:r>
            <a:r>
              <a:rPr lang="en-IN" dirty="0" smtClean="0"/>
              <a:t>Farhan </a:t>
            </a:r>
            <a:r>
              <a:rPr lang="en-IN" dirty="0" err="1" smtClean="0"/>
              <a:t>Jawaid</a:t>
            </a:r>
            <a:endParaRPr lang="en-IN" b="1" dirty="0" smtClean="0"/>
          </a:p>
          <a:p>
            <a:r>
              <a:rPr lang="en-IN" b="1" dirty="0" smtClean="0"/>
              <a:t>Overall Integration and Flask Application: </a:t>
            </a:r>
            <a:r>
              <a:rPr lang="en-IN" dirty="0" smtClean="0"/>
              <a:t>By Group</a:t>
            </a:r>
            <a:endParaRPr lang="en-IN" b="1" dirty="0" smtClean="0"/>
          </a:p>
          <a:p>
            <a:endParaRPr lang="en-IN" b="1" dirty="0" smtClean="0"/>
          </a:p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endParaRPr lang="en-IN" b="1" dirty="0" smtClean="0"/>
          </a:p>
        </p:txBody>
      </p:sp>
    </p:spTree>
    <p:extLst>
      <p:ext uri="{BB962C8B-B14F-4D97-AF65-F5344CB8AC3E}">
        <p14:creationId xmlns:p14="http://schemas.microsoft.com/office/powerpoint/2010/main" val="4052517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Challenges: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741337"/>
            <a:ext cx="8915400" cy="4444778"/>
          </a:xfrm>
        </p:spPr>
        <p:txBody>
          <a:bodyPr>
            <a:noAutofit/>
          </a:bodyPr>
          <a:lstStyle/>
          <a:p>
            <a:r>
              <a:rPr lang="en-IN" sz="2000" dirty="0" smtClean="0"/>
              <a:t>To decide what API to be used to get live data as many API such as Google Maps, Bing Maps, MapBox requires paid subscription.</a:t>
            </a:r>
          </a:p>
          <a:p>
            <a:r>
              <a:rPr lang="en-IN" sz="2000" dirty="0" smtClean="0"/>
              <a:t>The presentation of all the features was bit confusing to finalize the way the data must be presented like graph, histogram, line plot, etc. </a:t>
            </a:r>
          </a:p>
          <a:p>
            <a:r>
              <a:rPr lang="en-IN" sz="2000" dirty="0" smtClean="0"/>
              <a:t>The database design and what components to add and in what format data should be accessed, means whether csv, excel, </a:t>
            </a:r>
            <a:r>
              <a:rPr lang="en-IN" sz="2000" dirty="0" err="1" smtClean="0"/>
              <a:t>json</a:t>
            </a:r>
            <a:r>
              <a:rPr lang="en-IN" sz="2000" dirty="0" smtClean="0"/>
              <a:t>, etc.</a:t>
            </a:r>
          </a:p>
          <a:p>
            <a:r>
              <a:rPr lang="en-IN" sz="2000" dirty="0" smtClean="0"/>
              <a:t>Maintaining code as the feature increases and keep it still readable was our constant effort. As HTML CSS and JavaScript bulk up even if single feature is added.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49548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9360" y="2093314"/>
            <a:ext cx="8911687" cy="2293752"/>
          </a:xfrm>
        </p:spPr>
        <p:txBody>
          <a:bodyPr>
            <a:noAutofit/>
          </a:bodyPr>
          <a:lstStyle/>
          <a:p>
            <a:pPr algn="ctr"/>
            <a:r>
              <a:rPr lang="en-IN" sz="11500" dirty="0" smtClean="0">
                <a:solidFill>
                  <a:schemeClr val="accent1">
                    <a:lumMod val="75000"/>
                  </a:schemeClr>
                </a:solidFill>
              </a:rPr>
              <a:t>THANK YOU</a:t>
            </a:r>
            <a:endParaRPr lang="en-IN" sz="115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71806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471</TotalTime>
  <Words>593</Words>
  <Application>Microsoft Office PowerPoint</Application>
  <PresentationFormat>Widescreen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Unicode MS</vt:lpstr>
      <vt:lpstr>Century Gothic</vt:lpstr>
      <vt:lpstr>Wingdings 3</vt:lpstr>
      <vt:lpstr>Wisp</vt:lpstr>
      <vt:lpstr>WeatherFlow</vt:lpstr>
      <vt:lpstr>Problem statement:</vt:lpstr>
      <vt:lpstr>Technology:</vt:lpstr>
      <vt:lpstr>PowerPoint Presentation</vt:lpstr>
      <vt:lpstr>Architecture Diagram:</vt:lpstr>
      <vt:lpstr>Architecture Details:</vt:lpstr>
      <vt:lpstr>Home:</vt:lpstr>
      <vt:lpstr>Results:</vt:lpstr>
      <vt:lpstr>Database Table:</vt:lpstr>
      <vt:lpstr>Result and Conclusion:</vt:lpstr>
      <vt:lpstr>Future Scope:</vt:lpstr>
      <vt:lpstr>Contribution:</vt:lpstr>
      <vt:lpstr>Challenges:</vt:lpstr>
      <vt:lpstr>THANK YOU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WeatherFlow</dc:title>
  <dc:creator>sabam</dc:creator>
  <cp:lastModifiedBy>Admin</cp:lastModifiedBy>
  <cp:revision>26</cp:revision>
  <dcterms:created xsi:type="dcterms:W3CDTF">2024-11-26T03:21:56Z</dcterms:created>
  <dcterms:modified xsi:type="dcterms:W3CDTF">2025-11-22T09:37:49Z</dcterms:modified>
</cp:coreProperties>
</file>